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600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7E2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邵燕琪 · Vicky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CREATOR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18288"/>
          </a:xfrm>
          <a:prstGeom prst="rect">
            <a:avLst/>
          </a:prstGeom>
          <a:solidFill>
            <a:srgbClr val="7621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新媒体运营 × AI创作 作品集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 19164002075  |  3378803115@qq.com  |  Base 北京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600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7E2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关于我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邵燕琪，武汉理工大学资产评估硕士，Base 北京。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数据驱动的新媒体运营人，专注抖音、小红书、快手平台的内容策略与流量增长。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拥有蔚来汽车、去哪儿旅行、Shopee等企业实习经历，擅长直播全链路运营与AI自动化工作流搭建。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坚信好内容 + 好数据 = 好增长，用创意与技术为品牌赋能。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13716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60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直播复盘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463040"/>
            <a:ext cx="13716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60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转化提升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108960"/>
            <a:ext cx="13716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3108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60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10w+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内容曝光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3108960"/>
            <a:ext cx="13716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3108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60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订单转化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600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2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新媒体运营 作品集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账号运营 · 内容创作 · 流量增长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4864" cy="658368"/>
          </a:xfrm>
          <a:prstGeom prst="rect">
            <a:avLst/>
          </a:prstGeom>
          <a:solidFill>
            <a:srgbClr val="7621B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账号运营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 ×1 + 抖音 ×4 账号主页展示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68880"/>
            <a:ext cx="54864" cy="658368"/>
          </a:xfrm>
          <a:prstGeom prst="rect">
            <a:avLst/>
          </a:prstGeom>
          <a:solidFill>
            <a:srgbClr val="7621B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口播剪辑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4688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品牌口播脚本创作与专业剪辑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" cy="658368"/>
          </a:xfrm>
          <a:prstGeom prst="rect">
            <a:avLst/>
          </a:prstGeom>
          <a:solidFill>
            <a:srgbClr val="7621B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291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混剪作品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32918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2918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创意混剪，节奏感与画面叙事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114800"/>
            <a:ext cx="54864" cy="658368"/>
          </a:xfrm>
          <a:prstGeom prst="rect">
            <a:avLst/>
          </a:prstGeom>
          <a:solidFill>
            <a:srgbClr val="7621B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视频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41148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AI辅助视频创作，高效产出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600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2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AI创作 作品集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智能工具 · 自动化 · 效率提升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4864" cy="658368"/>
          </a:xfrm>
          <a:prstGeom prst="rect">
            <a:avLst/>
          </a:prstGeom>
          <a:solidFill>
            <a:srgbClr val="BE4C0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海报设计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AI生成商业海报，多样风格与场景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68880"/>
            <a:ext cx="54864" cy="658368"/>
          </a:xfrm>
          <a:prstGeom prst="rect">
            <a:avLst/>
          </a:prstGeom>
          <a:solidFill>
            <a:srgbClr val="BE4C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网页制作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4688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日本旅行攻略站 + 午餐盲盒创意站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" cy="658368"/>
          </a:xfrm>
          <a:prstGeom prst="rect">
            <a:avLst/>
          </a:prstGeom>
          <a:solidFill>
            <a:srgbClr val="BE4C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291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商业视频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32918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2918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品牌商业短片，AI辅助全流程制作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768096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114800"/>
            <a:ext cx="54864" cy="658368"/>
          </a:xfrm>
          <a:prstGeom prst="rect">
            <a:avLst/>
          </a:prstGeom>
          <a:solidFill>
            <a:srgbClr val="BE4C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搭建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41148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建站Skill + 视频分析Skill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600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7E2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联系我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2103120"/>
            <a:ext cx="457200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2103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19164002075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457200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3378803115@qq.com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3383280"/>
            <a:ext cx="457200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383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4023360"/>
            <a:ext cx="457200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0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familyatitou-dev.github.io/vicky-portfolio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期待与您合作！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Vicky · Digital Creator — 作品集</dc:title>
  <dc:subject>PptxGenJS Presentation</dc:subject>
  <dc:creator>邵燕琪 (Vicky)</dc:creator>
  <cp:lastModifiedBy>邵燕琪 (Vicky)</cp:lastModifiedBy>
  <cp:revision>1</cp:revision>
  <dcterms:created xsi:type="dcterms:W3CDTF">2026-07-21T07:33:37Z</dcterms:created>
  <dcterms:modified xsi:type="dcterms:W3CDTF">2026-07-21T07:33:37Z</dcterms:modified>
</cp:coreProperties>
</file>